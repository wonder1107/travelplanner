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动态智能行程引擎 MVP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场景：AI 产品经理面试演示（2-3 天游动态行程）</a:t>
            </a:r>
          </a:p>
          <a:p>
            <a:r>
              <a:t>核心命题：不是“生成一次计划”，而是“执行中持续适配”</a:t>
            </a:r>
          </a:p>
          <a:p>
            <a:r>
              <a:t>交付形态：FastAPI + Next.js + RAG + Agent 工作流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问题与目标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用户痛点：天气、排队、疲劳会让静态行程快速失效</a:t>
            </a:r>
          </a:p>
          <a:p>
            <a:pPr>
              <a:defRPr sz="2200"/>
            </a:pPr>
            <a:r>
              <a:t>MVP 目标：执行阶段实时给出可采纳替代方案</a:t>
            </a:r>
          </a:p>
          <a:p>
            <a:pPr>
              <a:defRPr sz="2200"/>
            </a:pPr>
            <a:r>
              <a:t>成功指标：首行程成功率 &gt;=95%，重规划成功率 &gt;=90%</a:t>
            </a:r>
          </a:p>
          <a:p>
            <a:pPr>
              <a:defRPr sz="2200"/>
            </a:pPr>
            <a:r>
              <a:t>北极星指标：Dynamic Replan Value Rate（触发后采纳率）</a:t>
            </a:r>
          </a:p>
          <a:p>
            <a:pPr>
              <a:defRPr sz="1400" i="1"/>
            </a:pPr>
            <a:r>
              <a:t>证据锚点：docs/PRD.md；docs/metrics.md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用户路径与页面设计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/：Onboarding 采集偏好并创建行程</a:t>
            </a:r>
          </a:p>
          <a:p>
            <a:pPr>
              <a:defRPr sz="2200"/>
            </a:pPr>
            <a:r>
              <a:t>/trip/[id]：时间轴执行页，支持事件触发与决策证据展示</a:t>
            </a:r>
          </a:p>
          <a:p>
            <a:pPr>
              <a:defRPr sz="2200"/>
            </a:pPr>
            <a:r>
              <a:t>/console：查看 Agent 日志与 fallback/LLM 来源</a:t>
            </a:r>
          </a:p>
          <a:p>
            <a:pPr>
              <a:defRPr sz="2200"/>
            </a:pPr>
            <a:r>
              <a:t>演示主线：生成行程 -&gt; 触发事件 -&gt; 解释重规划</a:t>
            </a:r>
          </a:p>
          <a:p>
            <a:pPr>
              <a:defRPr sz="1400" i="1"/>
            </a:pPr>
            <a:r>
              <a:t>证据锚点：docs/user_journey.md；frontend/app/page.tsx；frontend/app/trip/[id]/page.tsx；frontend/components/console-client.tsx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系统架构（后端）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API：POST /api/trips、GET /api/trips/{id}、POST /events、GET /logs</a:t>
            </a:r>
          </a:p>
          <a:p>
            <a:pPr>
              <a:defRPr sz="2200"/>
            </a:pPr>
            <a:r>
              <a:t>Agent 编排：Planner + Monitor + Replanner（可选 LangGraph）</a:t>
            </a:r>
          </a:p>
          <a:p>
            <a:pPr>
              <a:defRPr sz="2200"/>
            </a:pPr>
            <a:r>
              <a:t>持久化：SQLite + SQLModel（Trip/AgentLog）</a:t>
            </a:r>
          </a:p>
          <a:p>
            <a:pPr>
              <a:defRPr sz="2200"/>
            </a:pPr>
            <a:r>
              <a:t>重规划响应：decision + meta（来源、延迟、fallback）</a:t>
            </a:r>
          </a:p>
          <a:p>
            <a:pPr>
              <a:defRPr sz="1400" i="1"/>
            </a:pPr>
            <a:r>
              <a:t>证据锚点：backend/app/main.py；backend/app/agents/workflow.py；backend/app/db.py；backend/app/schemas.py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重规划策略与可解释性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weather：雨天 + 当前点室外 =&gt; 触发</a:t>
            </a:r>
          </a:p>
          <a:p>
            <a:pPr>
              <a:defRPr sz="2200"/>
            </a:pPr>
            <a:r>
              <a:t>crowd：crowd_index &gt; 0.8 且 queue_minutes &gt; 90 =&gt; 触发</a:t>
            </a:r>
          </a:p>
          <a:p>
            <a:pPr>
              <a:defRPr sz="2200"/>
            </a:pPr>
            <a:r>
              <a:t>user_status：tired/hungry 且 duration &gt;= 120 =&gt; 触发</a:t>
            </a:r>
          </a:p>
          <a:p>
            <a:pPr>
              <a:defRPr sz="2200"/>
            </a:pPr>
            <a:r>
              <a:t>优先 LLM 结构化决策，失败自动 fallback 规则</a:t>
            </a:r>
          </a:p>
          <a:p>
            <a:pPr>
              <a:defRPr sz="2200"/>
            </a:pPr>
            <a:r>
              <a:t>输出 reason/tradeoffs/user_message/confidence</a:t>
            </a:r>
          </a:p>
          <a:p>
            <a:pPr>
              <a:defRPr sz="1400" i="1"/>
            </a:pPr>
            <a:r>
              <a:t>证据锚点：backend/app/services/replanner.py；backend/app/tools/route_tools.py；backend/app/llm/client.py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数据与 RAG 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POI 数据：上海 30 个点位（data/poi_shanghai.json）</a:t>
            </a:r>
          </a:p>
          <a:p>
            <a:pPr>
              <a:defRPr sz="2200"/>
            </a:pPr>
            <a:r>
              <a:t>类别：museum(6), district(5), walking(4), landmark(3) ...</a:t>
            </a:r>
          </a:p>
          <a:p>
            <a:pPr>
              <a:defRPr sz="2200"/>
            </a:pPr>
            <a:r>
              <a:t>室内/室外：13/17；价格层级：mid(12), free(8), low(6), high(4)</a:t>
            </a:r>
          </a:p>
          <a:p>
            <a:pPr>
              <a:defRPr sz="2200"/>
            </a:pPr>
            <a:r>
              <a:t>检索：词法打分 + 可选 Chroma 向量融合</a:t>
            </a:r>
          </a:p>
          <a:p>
            <a:pPr>
              <a:defRPr sz="1400" i="1"/>
            </a:pPr>
            <a:r>
              <a:t>证据锚点：data/poi_shanghai.json；backend/app/tools/rag_tools.py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质量验证（真实运行结果）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pytest -q：9 passed（0.66s）</a:t>
            </a:r>
          </a:p>
          <a:p>
            <a:pPr>
              <a:defRPr sz="2200"/>
            </a:pPr>
            <a:r>
              <a:t>Replanner 评测：30 条 case（weather/crowd/user_status 各 10）</a:t>
            </a:r>
          </a:p>
          <a:p>
            <a:pPr>
              <a:defRPr sz="2200"/>
            </a:pPr>
            <a:r>
              <a:t>核心指标：trigger consistency/replacement relevance/explanation completeness = 100%</a:t>
            </a:r>
          </a:p>
          <a:p>
            <a:pPr>
              <a:defRPr sz="2200"/>
            </a:pPr>
            <a:r>
              <a:t>当前 fallback_rate = 100%，llm_decision_count = 0（未注入可用 API key）</a:t>
            </a:r>
          </a:p>
          <a:p>
            <a:pPr>
              <a:defRPr sz="1400" i="1"/>
            </a:pPr>
            <a:r>
              <a:t>证据锚点：backend/tests/test_api.py；backend/tests/test_replanner_llm.py；backend/evals/replan_cases.json；backend/evals/eval_report.md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一次真实重规划案例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输入：上海 2 天游，偏好 museum+coffee+nightwalk</a:t>
            </a:r>
          </a:p>
          <a:p>
            <a:pPr>
              <a:defRPr sz="2200"/>
            </a:pPr>
            <a:r>
              <a:t>事件：crowd(crowd_index=0.95, queue_minutes=120)</a:t>
            </a:r>
          </a:p>
          <a:p>
            <a:pPr>
              <a:defRPr sz="2200"/>
            </a:pPr>
            <a:r>
              <a:t>变化：Power Station of Art -&gt; Sinan Mansions（约 23 分钟）</a:t>
            </a:r>
          </a:p>
          <a:p>
            <a:pPr>
              <a:defRPr sz="2200"/>
            </a:pPr>
            <a:r>
              <a:t>来源：decision_source=fallback_rule，给出替代理由与 tradeoff</a:t>
            </a:r>
          </a:p>
          <a:p>
            <a:pPr>
              <a:defRPr sz="1400" i="1"/>
            </a:pPr>
            <a:r>
              <a:t>证据锚点：backend/tests/test_api.py；backend/app/services/replanner.py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性能与观测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本地 TestClient 30 次：创建行程 P95 8.84ms</a:t>
            </a:r>
          </a:p>
          <a:p>
            <a:pPr>
              <a:defRPr sz="2200"/>
            </a:pPr>
            <a:r>
              <a:t>本地 TestClient 30 次：事件重规划 P95 9.68ms</a:t>
            </a:r>
          </a:p>
          <a:p>
            <a:pPr>
              <a:defRPr sz="2200"/>
            </a:pPr>
            <a:r>
              <a:t>单次 trip 日志样本 8 条，覆盖 planner/monitor/replanner</a:t>
            </a:r>
          </a:p>
          <a:p>
            <a:pPr>
              <a:defRPr sz="2200"/>
            </a:pPr>
            <a:r>
              <a:t>Console 直接展示 decision_source、fallback_used、latency_ms</a:t>
            </a:r>
          </a:p>
          <a:p>
            <a:pPr>
              <a:defRPr sz="1400" i="1"/>
            </a:pPr>
            <a:r>
              <a:t>证据锚点：frontend/components/console-client.tsx；backend/app/main.py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下一步迭代计划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接入真实天气/人流流式源，减少模拟数据依赖</a:t>
            </a:r>
          </a:p>
          <a:p>
            <a:pPr>
              <a:defRPr sz="2200"/>
            </a:pPr>
            <a:r>
              <a:t>从“首槽位替换”扩展到“整天多槽位联动优化”</a:t>
            </a:r>
          </a:p>
          <a:p>
            <a:pPr>
              <a:defRPr sz="2200"/>
            </a:pPr>
            <a:r>
              <a:t>提升 LLM 可用率，把 fallback_rate 从 100% 降到 &lt;30%</a:t>
            </a:r>
          </a:p>
          <a:p>
            <a:pPr>
              <a:defRPr sz="2200"/>
            </a:pPr>
            <a:r>
              <a:t>补齐线上看板：采纳率、重规划成功率、P95 延迟</a:t>
            </a:r>
          </a:p>
          <a:p>
            <a:pPr>
              <a:defRPr sz="1400" i="1"/>
            </a:pPr>
            <a:r>
              <a:t>证据锚点：backend/app/services/replanner.py；docs/metrics.md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Demo 收尾话术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MVP 已验证：动态重规划链路完整且可解释</a:t>
            </a:r>
          </a:p>
          <a:p>
            <a:pPr>
              <a:defRPr sz="2200"/>
            </a:pPr>
            <a:r>
              <a:t>关键增量：真实数据接入 + LLM 决策稳定性</a:t>
            </a:r>
          </a:p>
          <a:p>
            <a:pPr>
              <a:defRPr sz="2200"/>
            </a:pPr>
            <a:r>
              <a:t>现场演示顺序：/ -&gt; /trip/[id] -&gt; /console</a:t>
            </a:r>
          </a:p>
          <a:p>
            <a:pPr>
              <a:defRPr sz="2200"/>
            </a:pPr>
            <a:r>
              <a:t>可现场命令：pytest -q；.venv/bin/python scripts/eval_replanner.py</a:t>
            </a:r>
          </a:p>
          <a:p>
            <a:pPr>
              <a:defRPr sz="1400" i="1"/>
            </a:pPr>
            <a:r>
              <a:t>证据锚点：README.md；docs/frontend-page-plan.md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